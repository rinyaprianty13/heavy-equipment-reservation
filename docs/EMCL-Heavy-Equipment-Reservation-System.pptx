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8229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68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EMCL Heavy Equipment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platform for cranes, forklifts, manlifts &amp; lifting operations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 |  Customer Presentation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legacy lifting plan software with a modern web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Types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equipment booking across EMCL Cepu sites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conflict detection prevents double-booking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approval workflow with full compliance logging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delivered — ready for pilot deployment on Vercel + Neon PostgreSQL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new system is needed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/ legacy lifting plans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508760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Delays, errors, poor visibility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Double-booking of equipment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167128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58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conflicts &amp; downtime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169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approval process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825496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9169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decisions, compliance risk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83864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753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cross-site visibility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483864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575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plan equipment usage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42232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33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/ email tracking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4142232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audit trail for audits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equipment reservation lifecycle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equipment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date range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check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alternatives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0060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Approve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 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decision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9516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Calendar, status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notifications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web portal accessible from desktop &amp; mobile (PWA-ready)  •  Role-based access  •  ExxonMobil Cepu branded UI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Access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 — one login portal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requests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My Requests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calendar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Requestor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queue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+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Approver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CRUD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assignment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sign-up to tracked reservation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8191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3736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923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5468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Equipment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655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Check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3387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5119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Requests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equipment, start/end date &amp; time, purpose, cost code, notes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checks PENDING and APPROVED reservations for overlaps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alternative equipment when conflicts are detected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number auto-generated; status starts as PENDING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approval with audit trail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Tab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queue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755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Request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Equipment, dates,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requestor, purpose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6636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0" y="15087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22402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350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23760" y="16459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755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Actor, status,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7863840" cy="1371600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2461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recorded in approval_audit table: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→ APPROVED / REJECTED / REASSIGNED / CANCELLED / COMPLETED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Detection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double-booking prevention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FULL_OVERLAP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date overlap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same equipment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PARTIAL_OVERLAP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date conflict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resolution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Back-to-back bookings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for 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against: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and APPROVED reservations on same equipmentId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alternative_equipment suggestions when conflicts found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reservation_conflict table logs all detected overlaps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example: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2743200" cy="2286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26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booking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0" y="4251960"/>
            <a:ext cx="22860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526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 (partial overlap)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cloud-ready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50876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618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Browser (Desktop / Mobile / PWA)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2176272"/>
            <a:ext cx="0" cy="1828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1600" y="2423160"/>
            <a:ext cx="6400800" cy="1005840"/>
          </a:xfrm>
          <a:prstGeom prst="roundRect">
            <a:avLst>
              <a:gd name="adj" fmla="val 727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5328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 •  Server Actions  •  shadcn/ui  •  Tailwind CSS v4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3456432"/>
            <a:ext cx="-137160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3456432"/>
            <a:ext cx="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3456432"/>
            <a:ext cx="137160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(Neon)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tables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Email/password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sessions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alerts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Hosting: Vercel (recommended)  •  SSL/TLS  •  Connection pooling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integrated PostgreSQL tables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user, session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verification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(5)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equipment, equipment_availability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reservation, user_role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notification_preference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(4)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reservation_conflict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alternative_equipment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approval_audit, notification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on: equipmentId + dates, requestorId, status, approverId, site, 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Delivered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foundation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Request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Cranes, forklifts, manlifts, other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Conflict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overlap types + alternatives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313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Workflow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Queue, notes, audit trail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24028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2313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Requestor, Approver, Admin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Calendar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site &amp; type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01752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CRUD inventory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867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Notifications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 alerts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79476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3867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UI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theme, EM branding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Screens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user interfaces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Landing Page — Features, workflow, CTA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Sign In / Sign Up — Better Auth secured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Dashboard — New Request, My Requests, Calendar, Approvals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46888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Reservation Form — Equipment picker, dates, conflict warnings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Approval Queue — Expand, notes, approve/reject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5204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Admin Equipment — Full CRUD inventory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protections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4630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 — hashed passwords, HTTP-only sessions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029968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checks on every server 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596896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approval_audit logs all decisions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16382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 — parameterized queries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30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73075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SSL in production (Neon + Vercel)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42976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data isolation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Features — Phase 2+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enhancements for full operations scale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27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2A — Operations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Project-based categorization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SMS notifications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 admin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code / WBS validation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27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2B —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/ ERP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 / Active Directory SSO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iCal calendar export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system link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Analytics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tracking &amp; reporting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downtime KPIs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320040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Mobile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mobile apps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request drafts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equipment scanning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Project-Based Categorization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requests by EMCL project / campaign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50876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618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name, site, status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2130552"/>
            <a:ext cx="-201168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130552"/>
            <a:ext cx="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03520" y="2130552"/>
            <a:ext cx="201168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projectId FK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user_role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 selects project when submitting equipment request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Approvers filtered to projects they are authorized for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costCode retained for SAP chargeback; project for operations grouping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utilization and cost reporting per project/campaign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Enterprise Integrations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EMCL corporate systems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5087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618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EMCL Reservation 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/ Webhooks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ERP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codes, WBS,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2651760"/>
            <a:ext cx="914400" cy="-4114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2651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org hierarchy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2651760"/>
            <a:ext cx="-2743200" cy="-4114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(SMTP)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alerts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3749040"/>
            <a:ext cx="914400" cy="-4114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CMMS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status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-2743200" cy="-4114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 for EMCL operations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Faster bookings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manual lifting plan admin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4630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Fewer conflicts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equipment utilization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Clear approvals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953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&amp; compliance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51460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Central visibility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953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planning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Digital audit trail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0050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regulatory audits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56616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Scalable platform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40050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sites, equipment,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rollout timeline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27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Neon DB, roles, equipment list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1947672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75688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2–3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167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 + Approver end-to-end testing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2606040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34056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437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7797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28254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user sessions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" y="3264408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92424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021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4381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34838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production deployment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1560" y="3922776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50792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60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4096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4142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module, email, SAP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10-minute walkthrough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Landing page &amp; ExxonMobil Cepu branding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Sign up / Sign in (Better Auth)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Requestor: submit new equipment reservation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Conflict detection warning (if applicable)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Approver: review &amp; approve in Approvals tab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Requestor: view updated status in My Requests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Equipment calendar — availability by site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Admin: equipment inventory 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production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pilot scope — select site(s), users, and equipment inventory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roles — Requestors, Approvers, Admins in user_role 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UAT — full request → approve → calendar 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role-based training sessions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Vercel production with Neon PostgreSQL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Phase 2 — project categorization, email alerts, SAP integration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ExxonMobil Cepu Limited Operations 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EMCL Heavy Equipment Reservation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0515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EMCL Heavy Equipment Reservation System</dc:title>
  <dc:subject>Customer Presentation</dc:subject>
  <dc:creator>ExxonMobil Cepu Limited</dc:creator>
  <cp:lastModifiedBy>ExxonMobil Cepu Limited</cp:lastModifiedBy>
  <cp:revision>1</cp:revision>
  <dcterms:created xsi:type="dcterms:W3CDTF">2026-06-11T15:46:06Z</dcterms:created>
  <dcterms:modified xsi:type="dcterms:W3CDTF">2026-06-11T15:46:06Z</dcterms:modified>
</cp:coreProperties>
</file>