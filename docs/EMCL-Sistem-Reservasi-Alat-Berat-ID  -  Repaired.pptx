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528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Reservasi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 Berat EMCL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digital untuk crane, forklift, manlift &amp; operasi pengangkatan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 |  Presentasi Pelanggan  |  Juni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Eksekutif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Menggantikan software lifting plan lama dengan platform web modern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Database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 Pengguna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Alat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372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0372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Jejak Audit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Pemesanan alat terpusat di seluruh lokasi EMCL Cepu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konflik otomatis mencegah double-booking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persetujuan terstruktur dengan pencatatan kepatuhan penuh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selesai — siap pilot di Vercel + Neon PostgreSQL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Bisnis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sistem baru diperlukan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lifting manual / legacy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508760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Keterlambatan, kesalahan, visibilitas rendah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58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Double-booking alat berat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167128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2258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 jadwal &amp; downtime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25496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9169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persetujuan tidak jelas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825496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9169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lambat, risiko kepatuhan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83864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5753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Visibilitas lintas lokasi terbatas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483864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35753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Sulit merencanakan penggunaan alat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42232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233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Pelacakan kertas / email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4142232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Jejak audit lemah untuk inspeksi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Gambaran Solusi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Siklus reservasi alat berat dari awal hingga akhir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Permintaan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alat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rentang tanggal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2423160"/>
            <a:ext cx="18288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0604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Deteksi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konflik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alternatif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423160"/>
            <a:ext cx="18288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Setujui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approver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keputusan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2423160"/>
            <a:ext cx="18288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9516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9516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Lacak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Kalender, status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notifikasi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web tunggal — desktop &amp; mobile (PWA)  •  Akses berbasis peran  •  UI bermerek ExxonMobil Cepu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 Pengguna &amp; Kontrol Akses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peran — satu portal login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Ajukan permintaan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Permintaan Saya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Kalender alat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F1F1F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fitur Requestor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Antrian persetujuan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Setujui / Tolak + catatan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2860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fitur Approver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inventaris alat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 peran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Requestor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pendaftaran hingga reservasi tercatat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8191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3736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3736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Baru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9923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5468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468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Alat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1655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Konflik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3387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8932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8932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5119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0664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0664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Saya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Field: alat, tanggal/waktu mulai &amp; selesai, tujuan, kode biaya, catatan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memeriksa reservasi PENDING dan APPROVED untuk tumpang tindih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Menyarankan alat alternatif saat konflik terdeteksi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Nomor permintaan otomatis; status awal PENDING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Approver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Persetujuan terkontrol dengan jejak audit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556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Persetujuan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Antrian pending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2103120"/>
            <a:ext cx="27432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0896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0" y="17556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Permintaan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Alat, tanggal,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requestor, tujuan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66360" y="2103120"/>
            <a:ext cx="27432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0" y="150876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0" y="16184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Setujui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22402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0" y="2350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Tolak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2103120"/>
            <a:ext cx="27432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23760" y="16459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23760" y="17556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Audit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76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Aktor, status,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017520"/>
            <a:ext cx="7863840" cy="1371600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2461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aksi dicatat di tabel approval_audit: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→ APPROVED / REJECTED / REASSIGNED / CANCELLED / COMPLETED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Deteksi Konflik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Pencegahan double-booking secara real-time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FULL_OVERLAP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Tumpang tindih penuh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tanggal pada alat sama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PARTIAL_OVERLAP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 tanggal sebagian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 resolusi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Pemesanan berurutan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ditandai untuk review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Memeriksa terhadap: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Reservasi PENDING dan APPROVED pada equipmentId yang sama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Saran alternative_equipment otomatis saat konflik ditemukan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reservation_conflict mencatat semua tumpang tindih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timeline: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2743200" cy="2286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Pemesanan existing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0" y="4251960"/>
            <a:ext cx="2286000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28800" y="45262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baru (overlap sebagian)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modern siap cloud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50876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1618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Browser (Desktop / Mobile / PWA)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2176272"/>
            <a:ext cx="0" cy="18288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2423160"/>
            <a:ext cx="6400800" cy="1005840"/>
          </a:xfrm>
          <a:prstGeom prst="roundRect">
            <a:avLst>
              <a:gd name="adj" fmla="val 727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25328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Next.js 16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 •  Server Actions  •  shadcn/ui  •  Tailwind CSS v4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3456432"/>
            <a:ext cx="0" cy="24688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80560" y="3456432"/>
            <a:ext cx="0" cy="24688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60720" y="3456432"/>
            <a:ext cx="1371600" cy="24688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(Neon)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tabel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Auth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Email/password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aman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in-app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Jejak audit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Hosting: Vercel (disarankan)  •  SSL/TLS  •  Connection pooling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Database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tabel PostgreSQL terintegrasi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user, session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account, verification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Inti (5)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96596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equipment, equipment_availability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reservation, user_role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notification_preference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(4)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reservation_conflict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alternative_equipment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approval_audit, notification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Diindeks: equipmentId + tanggal, requestorId, status, approverId, site, 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Fitur yang Sudah Dibangun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siap produksi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Permintaan Alat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Crane, forklift, manlift, lainnya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600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6636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Konflik Otomatis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jenis overlap + alternatif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313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Persetujuan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587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Antrian, catatan, jejak audit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24028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2313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Berbasis Peran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2587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Requestor, Approver, Admin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154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Kalender Alat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berdasarkan lokasi &amp; jenis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01752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3154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Admin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inventaris alat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3867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 In-App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perubahan status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79476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66360" y="3867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ExxonMobil Cepu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gelap, branding EM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Layar Aplikasi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pengguna utama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Halaman Utama — Fitur, alur kerja, CTA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41732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Masuk / Daftar — Keamanan Better Auth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Dashboard — Permintaan Baru, Permintaan Saya, Kalender, Persetujuan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46888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Form Reservasi — Pilih alat, tanggal, peringatan konflik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703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Antrian Persetujuan — Expand, catatan, setujui/tolak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5204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3703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Admin Alat — Manajemen inventaris CRUD penuh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&amp; Kepatuhan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Perlindungan tingkat enterprise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Autentikasi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4630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Auth — password di-hash, sesi HTTP-only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Otorisasi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029968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peran di setiap server 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Jejak Audit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596896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approval_audit mencatat semua keputusan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638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3163824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 — query terparameterisasi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307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73075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SSL di produksi (Neon + Vercel)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Isolasi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429768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Pemisahan data per pengguna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Perluasan — Fase 2+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yang disarankan untuk skala operasi penuh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27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2A — Operasi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Kategorisasi berbasis proyek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 email &amp; SMS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admin peran pengguna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kode biaya / WBS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527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2B — Integrasi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SAP / ERP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LDAP / Active Directory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Ekspor kalender iCal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Koneksi sistem maintenance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— Analitik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utilisasi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Pelacakan biaya &amp; laporan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downtime alat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ringkasan eksekutif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320040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— Mobile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657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mobile React Native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permintaan offline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peralatan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 Depan: Kategorisasi Proyek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Kelompokkan permintaan berdasarkan proyek / kampanye EMCL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50876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0" y="1618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9202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name, site, status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0" y="2130552"/>
            <a:ext cx="0" cy="38404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2130552"/>
            <a:ext cx="0" cy="38404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03520" y="2130552"/>
            <a:ext cx="2011680" cy="38404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6700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projectId FK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25603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26700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user_role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25603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26700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 memilih proyek saat mengajukan permintaan alat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 difilter ke proyek yang mereka berwenang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costCode tetap untuk chargeback SAP; proyek untuk pengelompokan operasi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Memungkinkan laporan utilisasi dan biaya per proyek/kampanye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 Depan: Integrasi Enterprise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Terhubung ke sistem korporat EMCL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150876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0" y="16184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Reservasi EMCL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920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/ Webhooks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761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ERP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biaya, WBS,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master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2651760"/>
            <a:ext cx="9144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26517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2761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SSO, hierarki org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2651760"/>
            <a:ext cx="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(SMTP)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persetujuan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3749040"/>
            <a:ext cx="9144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CMMS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peralatan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 Bisnis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terukur untuk operasi EMCL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Pemesanan lebih cepat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Kurangi waktu admin lifting plan manual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4630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Konflik lebih sedikit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Utilisasi alat lebih tinggi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Persetujuan jelas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953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Akuntabilitas &amp; kepatuhan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51460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Visibilitas terpusat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953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Perencanaan lintas lokasi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Jejak audit digital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0050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regulasi lebih mudah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56616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Platform skalabel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40050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 lokasi, alat, pengguna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peluncuran yang disarankan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270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1–2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Pilot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Konfigurasi Neon DB, peran, daftar alat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" y="1947672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1854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2–3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121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2167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Pengujian end-to-end Requestor + Approver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" y="2606040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84378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7797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Pelatihan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28254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pengguna berdasarkan peran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51560" y="3264408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392424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5021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4+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4381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34838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51560" y="3922776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050792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160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Kuartal+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4096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41422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 proyek, email, integrasi SAP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Demo Langsung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10 menit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Halaman utama &amp; branding ExxonMobil Cepu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Daftar / Masuk (Better Auth)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Requestor: ajukan reservasi alat baru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Peringatan deteksi konflik (jika ada)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Approver: review &amp; setujui di tab Persetujuan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Requestor: lihat status terbaru di Permintaan Saya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Kalender alat — ketersediaan per lokasi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Admin: manajemen inventaris alat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Selanjutnya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Menuju produksi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Setujui ruang lingkup pilot — pilih lokasi, pengguna, inventaris alat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Tetapkan peran — Requestor, Approver, Admin di tabel user_role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Jalankan UAT — alur permintaan → setujui → kalender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Laksanakan pelatihan berbasis peran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ke produksi Vercel dengan Neon PostgreSQL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Rencanakan Fase 2 — kategorisasi proyek, alert email, integrasi SAP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Kontak: Tim Operasi ExxonMobil Cepu Limited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67163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68156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Reservasi Alat Berat EMCL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307427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0" y="444587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1322</Words>
  <Application>Microsoft Macintosh PowerPoint</Application>
  <PresentationFormat>On-screen Show (16:9)</PresentationFormat>
  <Paragraphs>324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Reservasi Alat Berat EMCL</dc:title>
  <dc:subject>Presentasi Pelanggan</dc:subject>
  <dc:creator>ExxonMobil Cepu Limited</dc:creator>
  <cp:lastModifiedBy>Rini Apriyanti Purba</cp:lastModifiedBy>
  <cp:revision>3</cp:revision>
  <dcterms:created xsi:type="dcterms:W3CDTF">2026-06-11T15:46:06Z</dcterms:created>
  <dcterms:modified xsi:type="dcterms:W3CDTF">2026-06-11T15:48:18Z</dcterms:modified>
</cp:coreProperties>
</file>