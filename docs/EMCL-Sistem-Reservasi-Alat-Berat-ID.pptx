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822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68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Berat EMCL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digital untuk crane, forklift, manlift &amp; operasi pengangkatan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 |  Presentasi Pelanggan  |  Juni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Menggantikan software lifting plan lama dengan platform web modern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Pengguna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Alat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alat terpusat di seluruh lokasi EMCL Cepu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konflik otomatis mencegah double-booking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 terstruktur dengan pencatatan kepatuhan penuh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selesai — siap pilot di Vercel + Neon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sistem baru diperlukan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lifting manual / legacy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Keterlambatan, kesalahan, visibilitas rendah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58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alat berat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167128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 jadwal &amp; downtime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persetujuan tidak jelas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25496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916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lambat, risiko kepatuhan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753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Visibilitas lintas lokasi terbatas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83864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merencanakan penggunaan alat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33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kertas / email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142232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 lemah untuk inspeksi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Solusi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reservasi alat berat dari awal hingga akhir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Permintaan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alat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rentang tanggal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Deteksi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konflik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alternatif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Setujui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approver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keputusan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Lacak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Kalender, 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notifikasi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 tunggal — desktop &amp; mobile (PWA)  •  Akses berbasis peran  •  UI bermerek ExxonMobil Cepu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Pengguna &amp; Kontrol Akses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peran — satu portal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Ajukan permintaan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Permintaan Saya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 alat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fitur Requestor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persetujuan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/ Tolak + catatan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fitur Approver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inventaris alat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peran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Requestor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pendaftaran hingga reservasi tercatat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8191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373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546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Alat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Konflik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5119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Saya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Field: alat, tanggal/waktu mulai &amp; selesai, tujuan, kode biaya, catatan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memeriksa reservasi PENDING dan APPROVED untuk tumpang tindih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Menyarankan alat alternatif saat konflik terdeteksi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Nomor permintaan otomatis; status awal PENDING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Approver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terkontrol dengan jejak audit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Persetujuan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pending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Permintaan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Alat, tanggal,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tujuan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508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240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350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Tolak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16459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Audit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Aktor, status,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7863840" cy="1371600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461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aksi dicatat di tabel approval_audit: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→ APPROVED / REJECTED / REASSIGNED / CANCELLED / 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Deteksi Konflik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Pencegahan double-booking secara real-time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FULL_OVERLAP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Tumpang tindih penuh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tanggal pada alat sama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PARTIAL_OVERLAP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Konflik tanggal sebagian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resolusi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berurutan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ditandai untuk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Memeriksa terhadap: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Reservasi PENDING dan APPROVED pada equipmentId yang sama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 alternative_equipment otomatis saat konflik ditemukan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reservation_conflict mencatat semua tumpang tindih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timeline: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2743200" cy="2286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Pemesanan existing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4251960"/>
            <a:ext cx="22860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526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baru (overlap sebagian)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modern siap cloud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618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(Desktop / Mobile / 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2176272"/>
            <a:ext cx="0" cy="1828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242316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328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Next.js 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Server Actions  •  shadcn/ui  •  Tailwind CSS v4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456432"/>
            <a:ext cx="-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3456432"/>
            <a:ext cx="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(Neon)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aman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in-app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(disarankan)  •  SSL/TLS  •  Connection pooling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tabel PostgreSQL terintegrasi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verification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 (5)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equipment_availability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reservation, user_role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notification_preference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alternative_equipment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approval_audit, notification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Diindeks: equipmentId + tanggal, requestorId, status, approverId, site,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Fitur yang Sudah Dibangun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siap produksi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Permintaan Alat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Crane, forklift, manlift, lainnya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Konflik Otomatis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jenis overlap + alternatif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Antrian, catatan, jejak audit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Berbasis Peran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Approver, 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 Alat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berdasarkan lokasi &amp; jenis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inventaris alat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In-App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perubahan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ExxonMobil Cepu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gelap, branding 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Layar Aplikasi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Antarmuka pengguna utama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Utama — Fitur, alur kerja, 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Masuk / Daftar — Keamanan Better 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Dashboard — Permintaan Baru, Permintaan Saya, Kalender, Persetujuan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Form Reservasi — Pilih alat, tanggal, peringatan konflik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Antrian Persetujuan — Expand, catatan, setujui/tolak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 Alat — Manajemen inventaris CRUD penuh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&amp; Kepatuhan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tingkat enterprise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 — password di-hash, sesi HTTP-only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Otorisasi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299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peran di setiap server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 mencatat semua keputusan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163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— query terparameterisasi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307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 di produksi (Neon + Vercel)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Isolasi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2976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Pemisahan data per pengguna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Perluasan — Fase 2+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yang disarankan untuk skala operasi penuh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2A — Operasi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Kategorisasi berbasis proyek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email &amp; SMS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admin peran pengguna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kode biaya / WBS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2B — Integrasi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SAP / ERP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LDAP / Active Directory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kalender 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sistem maintenance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Analitik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utilisasi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biaya &amp; laporan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downtime alat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ringkasan eksekutif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Mobile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mobile React Native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permintaan offline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peralatan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 Depan: Kategorisasi Proyek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Kelompokkan permintaan berdasarkan proyek / kampanye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18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name, site,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2130552"/>
            <a:ext cx="-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03520" y="2130552"/>
            <a:ext cx="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projectId FK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memilih proyek saat mengajukan permintaan alat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difilter ke proyek yang mereka berwenang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costCode tetap untuk chargeback SAP; proyek untuk pengelompokan operasi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Memungkinkan laporan utilisasi dan biaya per proyek/kampanye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 Depan: Integrasi Enterprise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ke sistem korporat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087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618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 EMCL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 Webhooks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biaya, WBS,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9144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hierarki org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-27432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(SMTP)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persetujuan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749040"/>
            <a:ext cx="9144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peralatan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-2743200" cy="-4114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terukur untuk operasi EMCL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Pemesanan lebih cepat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Kurangi waktu admin lifting plan manual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Konflik lebih sedikit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Utilisasi alat lebih tinggi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Persetujuan jelas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Akuntabilitas &amp; kepatuhan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Visibilitas terpusat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Perencanaan lintas lokasi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Jejak audit 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regulasi lebih mudah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Platform skalabel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lokasi, alat, pengguna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peluncuran yang disarankan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Konfigurasi Neon DB, peran, daftar alat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1947672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2–3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end-to-end Requestor + Approver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2606040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34056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437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8254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pengguna berdasarkan peran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92424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02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4+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4838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produksi Vercel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3922776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50792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Kuartal+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142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proyek, email, integrasi SAP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Demo Langsung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10 menit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utama &amp; branding ExxonMobil Cepu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Daftar / Masuk (Better Auth)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Requestor: ajukan reservasi alat baru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Peringatan deteksi konflik (jika ada)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Approver: review &amp; setujui di tab Persetujuan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Requestor: lihat status terbaru di Permintaan Saya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Kalender alat — ketersediaan per lokasi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Admin: manajemen inventaris alat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Selanjutnya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Menuju produksi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 ruang lingkup pilot — pilih lokasi, pengguna, inventaris alat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Tetapkan peran — Requestor, Approver, Admin di tabel user_role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UAT — alur permintaan → setujui → kalender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Laksanakan pelatihan berbasis peran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ke produksi Vercel dengan Neon PostgreSQL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Rencanakan Fase 2 — kategorisasi proyek, alert email, integrasi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Tim Operasi ExxonMobil Cepu Limited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Tanya Jawab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Reservasi Alat Berat EMCL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0515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Penggunaan 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Reservasi Alat Berat EMCL</dc:title>
  <dc:subject>Presentasi Pelanggan</dc:subject>
  <dc:creator>ExxonMobil Cepu Limited</dc:creator>
  <cp:lastModifiedBy>ExxonMobil Cepu Limited</cp:lastModifiedBy>
  <cp:revision>1</cp:revision>
  <dcterms:created xsi:type="dcterms:W3CDTF">2026-06-11T15:46:06Z</dcterms:created>
  <dcterms:modified xsi:type="dcterms:W3CDTF">2026-06-11T15:46:06Z</dcterms:modified>
</cp:coreProperties>
</file>